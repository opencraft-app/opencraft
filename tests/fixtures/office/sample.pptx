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Office preview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Read-only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中文示例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